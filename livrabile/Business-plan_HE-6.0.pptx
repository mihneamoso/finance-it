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0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75" y="284926"/>
            <a:ext cx="5857240" cy="1133644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725" marR="3598545">
              <a:lnSpc>
                <a:spcPct val="100000"/>
              </a:lnSpc>
              <a:spcBef>
                <a:spcPts val="200"/>
              </a:spcBef>
            </a:pPr>
            <a:r>
              <a:rPr dirty="0"/>
              <a:t>PROJECT</a:t>
            </a:r>
            <a:r>
              <a:rPr spc="-135" dirty="0"/>
              <a:t> </a:t>
            </a:r>
            <a:r>
              <a:rPr spc="-10" dirty="0"/>
              <a:t>NAME:</a:t>
            </a:r>
            <a:r>
              <a:rPr lang="en-US" spc="-10" dirty="0"/>
              <a:t> </a:t>
            </a:r>
            <a:r>
              <a:rPr spc="-10" dirty="0"/>
              <a:t> </a:t>
            </a:r>
            <a:r>
              <a:rPr dirty="0"/>
              <a:t>TEAM</a:t>
            </a:r>
            <a:r>
              <a:rPr spc="-65" dirty="0"/>
              <a:t> </a:t>
            </a:r>
            <a:r>
              <a:rPr spc="-10" dirty="0"/>
              <a:t>MEMBERS:</a:t>
            </a:r>
            <a:br>
              <a:rPr lang="en-US" spc="-10" dirty="0"/>
            </a:b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3029034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Freemium model: Free access to the full video feed and basic quizzes — monetized through non-intrusive ads between videos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Premium subscription (Finance It Pro): €3.99/month or €29.99/year — unlocks ad-free experience, personalized learning paths, downloadable summaries, and advanced Finance Score analytics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Institution &amp; school licenses: B2B packages for universities and high schools — flat annual fee granting full access for all students, with teacher dashboards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Sponsored content: Banks, fintech startups, and investment apps can sponsor topic categories or branded learning series (clearly labeled as sponsored)</a:t>
            </a:r>
            <a:endParaRPr sz="13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2628925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Finance influencer partnerships: Collaborate with personal finance creators (e.g. "broke to rich" niche) to review and promote the app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University &amp; school outreach: Partner with student unions and economics departments to promote Finance It as a free learning resource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SEO &amp; content marketing: Blog articles on topics like "how to start investing at 20" to capture search traffic and funnel readers to the app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300" b="0" i="0" dirty="0">
                <a:solidFill>
                  <a:schemeClr val="tx1"/>
                </a:solidFill>
                <a:effectLst/>
                <a:latin typeface="Anthropic Sans"/>
              </a:rPr>
              <a:t>Referral program: Users earn bonus XP and unlock premium features for 1 month by referring friends who sign up and complete their first video</a:t>
            </a:r>
            <a:br>
              <a:rPr lang="en-US" sz="1300" dirty="0">
                <a:solidFill>
                  <a:schemeClr val="tx1"/>
                </a:solidFill>
              </a:rPr>
            </a:br>
            <a:endParaRPr lang="en-US" sz="13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120777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83421" y="3045532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2759217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542925" indent="-457200">
              <a:lnSpc>
                <a:spcPct val="100000"/>
              </a:lnSpc>
              <a:spcBef>
                <a:spcPts val="220"/>
              </a:spcBef>
              <a:buFont typeface="+mj-lt"/>
              <a:buAutoNum type="arabicPeriod"/>
            </a:pPr>
            <a:r>
              <a:rPr lang="en-US" sz="1230" b="0" i="0" dirty="0">
                <a:solidFill>
                  <a:schemeClr val="tx1"/>
                </a:solidFill>
                <a:effectLst/>
                <a:latin typeface="Anthropic Sans"/>
              </a:rPr>
              <a:t>Specific: Launch a working app with a personalized video feed algorithm, quiz system, and a library of at least 200 expert-verified finance videos at release</a:t>
            </a:r>
          </a:p>
          <a:p>
            <a:pPr marL="542925" indent="-457200">
              <a:lnSpc>
                <a:spcPct val="100000"/>
              </a:lnSpc>
              <a:spcBef>
                <a:spcPts val="220"/>
              </a:spcBef>
              <a:buFont typeface="+mj-lt"/>
              <a:buAutoNum type="arabicPeriod"/>
            </a:pPr>
            <a:r>
              <a:rPr lang="en-US" sz="1230" b="0" i="0" dirty="0">
                <a:solidFill>
                  <a:schemeClr val="tx1"/>
                </a:solidFill>
                <a:effectLst/>
                <a:latin typeface="Anthropic Sans"/>
              </a:rPr>
              <a:t>Measurable: Reach 15,000 active monthly users within 12 months of launch through targeted social media campaigns</a:t>
            </a:r>
            <a:endParaRPr lang="en-US" sz="1230" dirty="0">
              <a:solidFill>
                <a:schemeClr val="tx1"/>
              </a:solidFill>
              <a:latin typeface="Anthropic Sans"/>
            </a:endParaRPr>
          </a:p>
          <a:p>
            <a:pPr marL="542925" indent="-457200">
              <a:lnSpc>
                <a:spcPct val="100000"/>
              </a:lnSpc>
              <a:spcBef>
                <a:spcPts val="220"/>
              </a:spcBef>
              <a:buFont typeface="+mj-lt"/>
              <a:buAutoNum type="arabicPeriod"/>
            </a:pPr>
            <a:r>
              <a:rPr lang="en-US" sz="1230" b="0" i="0" dirty="0">
                <a:solidFill>
                  <a:schemeClr val="tx1"/>
                </a:solidFill>
                <a:effectLst/>
                <a:latin typeface="Anthropic Sans"/>
              </a:rPr>
              <a:t>Achievable: Partner with at least 8 certified financial educators and content creators within the first 4 months</a:t>
            </a:r>
          </a:p>
          <a:p>
            <a:pPr marL="542925" indent="-457200">
              <a:lnSpc>
                <a:spcPct val="100000"/>
              </a:lnSpc>
              <a:spcBef>
                <a:spcPts val="220"/>
              </a:spcBef>
              <a:buFont typeface="+mj-lt"/>
              <a:buAutoNum type="arabicPeriod"/>
            </a:pPr>
            <a:r>
              <a:rPr lang="en-US" sz="1230" b="0" i="0" dirty="0">
                <a:solidFill>
                  <a:schemeClr val="tx1"/>
                </a:solidFill>
                <a:effectLst/>
                <a:latin typeface="Anthropic Sans"/>
              </a:rPr>
              <a:t>Relevant: Ensure that at least 60% of users complete a quiz after each video, validated by in-app analytics</a:t>
            </a:r>
            <a:endParaRPr lang="en-US" sz="1230" dirty="0">
              <a:solidFill>
                <a:schemeClr val="tx1"/>
              </a:solidFill>
              <a:latin typeface="Anthropic Sans"/>
            </a:endParaRPr>
          </a:p>
          <a:p>
            <a:pPr marL="542925" indent="-457200">
              <a:lnSpc>
                <a:spcPct val="100000"/>
              </a:lnSpc>
              <a:spcBef>
                <a:spcPts val="220"/>
              </a:spcBef>
              <a:buFont typeface="+mj-lt"/>
              <a:buAutoNum type="arabicPeriod"/>
            </a:pPr>
            <a:r>
              <a:rPr lang="en-US" sz="1230" b="0" i="0" dirty="0">
                <a:solidFill>
                  <a:schemeClr val="tx1"/>
                </a:solidFill>
                <a:effectLst/>
                <a:latin typeface="Anthropic Sans"/>
              </a:rPr>
              <a:t>Time-bound: Launch the premium subscription tier within 8 months, targeting a 10% free-to-paid conversion rate</a:t>
            </a:r>
            <a:endParaRPr sz="123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9EC48E-4795-1DCE-32BA-98B5125ECD81}"/>
              </a:ext>
            </a:extLst>
          </p:cNvPr>
          <p:cNvSpPr txBox="1"/>
          <p:nvPr/>
        </p:nvSpPr>
        <p:spPr>
          <a:xfrm>
            <a:off x="2584257" y="305859"/>
            <a:ext cx="114486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Finance 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18B691-9575-336C-FCF6-53229A3A653E}"/>
              </a:ext>
            </a:extLst>
          </p:cNvPr>
          <p:cNvSpPr txBox="1"/>
          <p:nvPr/>
        </p:nvSpPr>
        <p:spPr>
          <a:xfrm>
            <a:off x="2647169" y="659008"/>
            <a:ext cx="34660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Mosorescu</a:t>
            </a:r>
            <a:r>
              <a:rPr lang="en-US" sz="1700" dirty="0"/>
              <a:t> </a:t>
            </a:r>
            <a:r>
              <a:rPr lang="en-US" sz="1700" dirty="0" err="1"/>
              <a:t>Mihnea</a:t>
            </a:r>
            <a:r>
              <a:rPr lang="en-US" sz="1700" dirty="0"/>
              <a:t>; Panait Stefan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C0AE53-8E92-CC44-B57B-48B8186E63AD}"/>
              </a:ext>
            </a:extLst>
          </p:cNvPr>
          <p:cNvSpPr txBox="1"/>
          <p:nvPr/>
        </p:nvSpPr>
        <p:spPr>
          <a:xfrm>
            <a:off x="8258217" y="313835"/>
            <a:ext cx="39789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700" b="0" i="0" dirty="0">
                <a:solidFill>
                  <a:schemeClr val="tx1"/>
                </a:solidFill>
                <a:effectLst/>
                <a:latin typeface="Anthropic Sans"/>
              </a:rPr>
              <a:t>Finance It is a short-video learning app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835D8C-6D49-C7EB-E6BC-EF050F846099}"/>
              </a:ext>
            </a:extLst>
          </p:cNvPr>
          <p:cNvSpPr txBox="1"/>
          <p:nvPr/>
        </p:nvSpPr>
        <p:spPr>
          <a:xfrm>
            <a:off x="6311427" y="577587"/>
            <a:ext cx="596053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0" i="0" dirty="0">
                <a:solidFill>
                  <a:schemeClr val="tx1"/>
                </a:solidFill>
                <a:effectLst/>
                <a:latin typeface="Anthropic Sans"/>
              </a:rPr>
              <a:t>modeled on TikTok's algorithm, but built entirely around personal finance education. Users scroll through bite-sized videos on budgeting, investing, crypto, saving, and debt management</a:t>
            </a:r>
            <a:endParaRPr lang="en-US" sz="1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F64843-0DD2-736D-1EAC-188B90966B8C}"/>
              </a:ext>
            </a:extLst>
          </p:cNvPr>
          <p:cNvSpPr txBox="1"/>
          <p:nvPr/>
        </p:nvSpPr>
        <p:spPr>
          <a:xfrm>
            <a:off x="563107" y="3133739"/>
            <a:ext cx="52400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b="0" i="0" dirty="0">
                <a:solidFill>
                  <a:schemeClr val="tx1"/>
                </a:solidFill>
                <a:effectLst/>
                <a:latin typeface="Anthropic Sans"/>
              </a:rPr>
              <a:t>Most young people lack access to engaging, personalized financial education. Traditional courses are long and boring; social media gives bad advice with no structure. Finance It fixes this by combining: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chemeClr val="tx1"/>
                </a:solidFill>
                <a:effectLst/>
                <a:latin typeface="Anthropic Sans"/>
              </a:rPr>
              <a:t>A TikTok-style vertical video feed of expert-verified finance content (60–90 seconds per video)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chemeClr val="tx1"/>
                </a:solidFill>
                <a:effectLst/>
                <a:latin typeface="Anthropic Sans"/>
              </a:rPr>
              <a:t>A recommendation algorithm that learns each user's knowledge level and interests (saving, investing, debt, etc.)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chemeClr val="tx1"/>
                </a:solidFill>
                <a:effectLst/>
                <a:latin typeface="Anthropic Sans"/>
              </a:rPr>
              <a:t>Quizzes, streaks, and XP points after each video to reinforce learning and keep users coming back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C42F03-DE78-067F-55B9-91CE1F63FC04}"/>
              </a:ext>
            </a:extLst>
          </p:cNvPr>
          <p:cNvSpPr txBox="1"/>
          <p:nvPr/>
        </p:nvSpPr>
        <p:spPr>
          <a:xfrm>
            <a:off x="6304324" y="3091388"/>
            <a:ext cx="595494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cap="all" dirty="0">
                <a:solidFill>
                  <a:schemeClr val="accent1"/>
                </a:solidFill>
                <a:effectLst/>
                <a:latin typeface="Anthropic Sans"/>
              </a:rPr>
              <a:t>Demographics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Age: 16–35 years old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Gender: All genders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Education: High school students, university students, and young professionals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Income: Low to middle income — people who need financial guidance most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Location: Urban and suburban areas with smartphone access</a:t>
            </a:r>
          </a:p>
          <a:p>
            <a:pPr algn="l"/>
            <a:r>
              <a:rPr lang="en-US" sz="1500" b="0" i="0" cap="all" dirty="0">
                <a:solidFill>
                  <a:schemeClr val="accent1"/>
                </a:solidFill>
                <a:effectLst/>
                <a:latin typeface="Anthropic Sans"/>
              </a:rPr>
              <a:t>SDGs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SDG 4 – Quality Education: Delivers accessible, high-quality financial education for free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SDG 10 – Reduced Inequalities: Gives low-income users the same financial knowledge as wealthy ones</a:t>
            </a:r>
          </a:p>
          <a:p>
            <a:pPr algn="l"/>
            <a:r>
              <a:rPr lang="en-US" sz="1200" b="0" i="0" dirty="0">
                <a:solidFill>
                  <a:schemeClr val="tx1"/>
                </a:solidFill>
                <a:effectLst/>
                <a:latin typeface="Anthropic Sans"/>
              </a:rPr>
              <a:t>SDG 8 – Decent Work &amp; Economic Growth: Empowers users to make better career and investment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575</Words>
  <Application>Microsoft Office PowerPoint</Application>
  <PresentationFormat>A3 Paper (297x420 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Anthropic Sans</vt:lpstr>
      <vt:lpstr>Arial</vt:lpstr>
      <vt:lpstr>Arial MT</vt:lpstr>
      <vt:lpstr>Calibri</vt:lpstr>
      <vt:lpstr>Cambria</vt:lpstr>
      <vt:lpstr>Office Theme</vt:lpstr>
      <vt:lpstr>PROJECT NAME:  TEAM MEMBERS: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cp:lastModifiedBy>tianshou he</cp:lastModifiedBy>
  <cp:revision>5</cp:revision>
  <dcterms:created xsi:type="dcterms:W3CDTF">2025-02-07T13:41:18Z</dcterms:created>
  <dcterms:modified xsi:type="dcterms:W3CDTF">2026-04-27T16:19:38Z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